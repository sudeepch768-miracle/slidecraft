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202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AGRITECH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400300"/>
            <a:ext cx="99971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Autonomous Precision Agriculture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977640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crop intelligence, robotic micro-dosing, and soil metagenomics feeding the world sustainably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Executive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0D241A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Integrated Farm Intelligence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loop from satellite orbital imaging down to millimeter-accurate robotic actuation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Hyper-Spectral Satellite Vision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4418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8738" y="2057400"/>
            <a:ext cx="457200" cy="457200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15" name="Text 13"/>
          <p:cNvSpPr/>
          <p:nvPr/>
        </p:nvSpPr>
        <p:spPr>
          <a:xfrm>
            <a:off x="468873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8738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Centimeter-Precision Field Rovers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7317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1637" y="2057400"/>
            <a:ext cx="457200" cy="457200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19" name="Text 17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1637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Metagenomic Modeling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792224" cy="256032"/>
          </a:xfrm>
          <a:prstGeom prst="roundRect">
            <a:avLst>
              <a:gd name="adj" fmla="val 50000"/>
            </a:avLst>
          </a:prstGeom>
          <a:solidFill>
            <a:srgbClr val="0D241A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Agronomic &amp; Environmental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trial outcomes measured across 45,000 commercial acres over two growing seasons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- 40%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Chemical Fertilizer 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12507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06120D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2507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Micro-Dosing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694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6574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+ 35%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76574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Crop Yield / Acre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74681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4681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Photosynthetic Yield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5868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8748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- 65%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38748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Irrigation Water Needed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36855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06120D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6855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Moisture Closed-Loop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8041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0921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200921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ESG Compliance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99028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9028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Audited Carbon Offsets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2231136" cy="256032"/>
          </a:xfrm>
          <a:prstGeom prst="roundRect">
            <a:avLst>
              <a:gd name="adj" fmla="val 50000"/>
            </a:avLst>
          </a:prstGeom>
          <a:solidFill>
            <a:srgbClr val="0D241A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STEWARDSHIP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Closed-Loop Dynamic Irrigation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Micro-climate forecasting coupled with sub-surface capacitive telemetry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vapor pressure deficit (VPD) forecasting across field micro-zones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Sub-surface root zone capacitive sensors measuring salinity and moisture depth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variable-rate drip irrigation adjusting every 15 minutes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aquifer depletion while eliminating destructive soil nutrient runoff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2.4B Gal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Freshwater Conserved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06120D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Across 40 Farms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901952" cy="256032"/>
          </a:xfrm>
          <a:prstGeom prst="roundRect">
            <a:avLst>
              <a:gd name="adj" fmla="val 50000"/>
            </a:avLst>
          </a:prstGeom>
          <a:solidFill>
            <a:srgbClr val="0D241A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ROBOTICS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Autonomous Fleet Rover Harvesting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AI optical detection navigating dense crops with zero soil compaction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0D241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Ultra-lightweight chassis eliminating the severe soil compaction of heavy tractors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RGB-D stereo cameras detecting fruit ripeness with 99.1% classification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Soft-robotic pneumatic grippers harvesting delicate produce without bruising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CF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continuous autonomous operation powered by high-efficiency rooftop bifacial solar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99.1%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Ripeness Detection 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Fruit Bruising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241A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Farm Deployment Phases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from regional California produce pilots to nationwide grain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72602" y="2834640"/>
            <a:ext cx="8046491" cy="0"/>
          </a:xfrm>
          <a:prstGeom prst="line">
            <a:avLst/>
          </a:prstGeom>
          <a:noFill/>
          <a:ln w="31750">
            <a:solidFill>
              <a:srgbClr val="84CC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4002" y="2606040"/>
            <a:ext cx="457200" cy="457200"/>
          </a:xfrm>
          <a:prstGeom prst="ellipse">
            <a:avLst/>
          </a:prstGeom>
          <a:solidFill>
            <a:srgbClr val="0D241A"/>
          </a:solidFill>
          <a:ln w="31750">
            <a:solidFill>
              <a:srgbClr val="84CC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820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8202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California Central Valley Pilots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8202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Almond &amp; berry automated trials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166" y="2606040"/>
            <a:ext cx="457200" cy="457200"/>
          </a:xfrm>
          <a:prstGeom prst="ellipse">
            <a:avLst/>
          </a:prstGeom>
          <a:solidFill>
            <a:srgbClr val="0D241A"/>
          </a:solidFill>
          <a:ln w="3175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36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366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Midwest Corn &amp; Soybean Rollout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366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autonomous spray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8330" y="2606040"/>
            <a:ext cx="457200" cy="457200"/>
          </a:xfrm>
          <a:prstGeom prst="ellipse">
            <a:avLst/>
          </a:prstGeom>
          <a:solidFill>
            <a:srgbClr val="0D241A"/>
          </a:solidFill>
          <a:ln w="31750">
            <a:solidFill>
              <a:srgbClr val="84C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253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253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European Union Expansion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2530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with strict Farm-to-Fork mandates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90493" y="2606040"/>
            <a:ext cx="457200" cy="457200"/>
          </a:xfrm>
          <a:prstGeom prst="ellipse">
            <a:avLst/>
          </a:prstGeom>
          <a:solidFill>
            <a:srgbClr val="0D241A"/>
          </a:solidFill>
          <a:ln w="3175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4693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4693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Global Farm OS Cloud 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04693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compatibility with OEM tractor fleets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4CC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645920" y="2194560"/>
            <a:ext cx="8899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Feeding ten billion people without destroying our biosphere requires moving from blunt chemical saturation to millimeter-accurate robotic intelligence.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425196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Aligning grower profitability with ecological stewardship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087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4CC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9971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FD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Grower &amp; AgTech Partnerships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VerdantOS across your commercial acreage for the upcoming planting season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Thank you for your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SlideCraft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VerdantOS: AI Precision Agriculture &amp; Climate Resilience</dc:title>
  <dc:subject>Autonomous robotics, hyper-spectral satellite vision, and micro-climate modeling for sustainable global agriculture</dc:subject>
  <dc:creator>SlideCraft Sustainability Studio</dc:creator>
  <cp:lastModifiedBy>SlideCraft Sustainability Studio</cp:lastModifiedBy>
  <cp:revision>1</cp:revision>
  <dcterms:created xsi:type="dcterms:W3CDTF">2026-09-16T12:39:00Z</dcterms:created>
  <dcterms:modified xsi:type="dcterms:W3CDTF">2026-09-16T12:39:00Z</dcterms:modified>
</cp:coreProperties>
</file>