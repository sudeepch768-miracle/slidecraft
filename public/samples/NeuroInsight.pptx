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strategic advantage of DL for precise, actionable neural insights that accelerate clinical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why current approaches fall short, setting the stage for DL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block, emphasizing how they address the limitations outlined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rigorous training safeguards performance across diverse patient populations.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concrete clinical outcomes that illustrate translational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superiority to convince investors of technical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financial upside and strategic positioning for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stakeholders that ethical safeguards are embedded in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60104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851660"/>
            <a:ext cx="601047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4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Precision Neural Decoding</a:t>
            </a:r>
            <a:endParaRPr lang="en-US" sz="3740" dirty="0"/>
          </a:p>
        </p:txBody>
      </p:sp>
      <p:sp>
        <p:nvSpPr>
          <p:cNvPr id="6" name="Text 3"/>
          <p:cNvSpPr/>
          <p:nvPr/>
        </p:nvSpPr>
        <p:spPr>
          <a:xfrm>
            <a:off x="914400" y="3909060"/>
            <a:ext cx="601047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transforms brain signal interpretation for clinical impact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6035040"/>
            <a:ext cx="60104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Executive Presentation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0639" y="960120"/>
            <a:ext cx="416953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22860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2860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Existing Decoding Gaps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methods miss temporal dynamics and patient variability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signal-to-noise ratio in chronic recordings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4418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8738" y="2057400"/>
            <a:ext cx="457200" cy="4572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6" name="Text 13"/>
          <p:cNvSpPr/>
          <p:nvPr/>
        </p:nvSpPr>
        <p:spPr>
          <a:xfrm>
            <a:off x="468873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88738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bottlenecks impede scalability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97317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71637" y="2057400"/>
            <a:ext cx="457200" cy="4572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0" name="Text 17"/>
          <p:cNvSpPr/>
          <p:nvPr/>
        </p:nvSpPr>
        <p:spPr>
          <a:xfrm>
            <a:off x="8371637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71637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classifiers ignore neuroplastic changes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228600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2860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Modular DL Architecture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Hierarchical layers fuse temporal and spatial neural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12ms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Time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12507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2507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-30% vs baseline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93694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76574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99.8%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3676574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Fidelity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74681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74681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+5% vs SOTA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55868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8748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100%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6438748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Parity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36855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6855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OpenXML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018041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00921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24/7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9200921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Uptime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599028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99028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Downtime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228600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286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Robust Training Pipeline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augmentation, transfer learning, and cross-validation ensure generalizability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5-fold cross-validation on 12k trials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learning from open-source brain-wave corpora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 augmentation: jitter, dropout, scaling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hyperparameter search via Bayesian optimization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98.7%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Accuracy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+5% over baseline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228600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286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Lab to Clinic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in epilepsy monitoring, prosthetic control, and neurofeedback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Epilepsy: 45% faster seizure onset prediction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Brain-computer arm: 92% command accuracy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Neurofeedback: 30% enhanced patient self-regulation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FDA-cleared hardware platforms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45%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Reduction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Seizure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22860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2860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Benchmark Results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 models outperform classical baselines across all key metrics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72602" y="2834640"/>
            <a:ext cx="8046491" cy="0"/>
          </a:xfrm>
          <a:prstGeom prst="line">
            <a:avLst/>
          </a:prstGeom>
          <a:noFill/>
          <a:ln w="31750">
            <a:solidFill>
              <a:srgbClr val="818C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44002" y="2606040"/>
            <a:ext cx="457200" cy="457200"/>
          </a:xfrm>
          <a:prstGeom prst="ellipse">
            <a:avLst/>
          </a:prstGeom>
          <a:solidFill>
            <a:srgbClr val="131C2E"/>
          </a:solidFill>
          <a:ln w="31750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8202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8202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8202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 vs SVM on benchmark 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26166" y="2606040"/>
            <a:ext cx="457200" cy="457200"/>
          </a:xfrm>
          <a:prstGeom prst="ellipse">
            <a:avLst/>
          </a:prstGeom>
          <a:solidFill>
            <a:srgbClr val="131C2E"/>
          </a:solidFill>
          <a:ln w="31750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366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366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Inference latency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40366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12ms vs 35ms traditional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08330" y="2606040"/>
            <a:ext cx="457200" cy="457200"/>
          </a:xfrm>
          <a:prstGeom prst="ellipse">
            <a:avLst/>
          </a:prstGeom>
          <a:solidFill>
            <a:srgbClr val="131C2E"/>
          </a:solidFill>
          <a:ln w="31750">
            <a:solidFill>
              <a:srgbClr val="818C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2253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2253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22530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0.02% error under 20dB noise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890493" y="2606040"/>
            <a:ext cx="457200" cy="457200"/>
          </a:xfrm>
          <a:prstGeom prst="ellipse">
            <a:avLst/>
          </a:prstGeom>
          <a:solidFill>
            <a:srgbClr val="131C2E"/>
          </a:solidFill>
          <a:ln w="31750">
            <a:solidFill>
              <a:srgbClr val="818C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04693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04693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204693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4× throughput on GPU cluster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18C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1645920" y="2194560"/>
            <a:ext cx="88998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 unmet clinical demand, scalable SaaS model, and early regulatory approvals drive rapid ROI.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45920" y="425196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Neuro-AI market projected to exceed $12B by 2032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50876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" y="1920240"/>
            <a:ext cx="99971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Path Forward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329184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AI ensures patient safety and data sovereignty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Thank you for your 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SlideCraft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Architectures for Precision Neural Activity Decoding</dc:title>
  <dc:subject>Generated via Gemini (orchestration), Groq (content), NVIDIA (artwork), OpenRouter (layout)</dc:subject>
  <dc:creator>SlideCraft Multi-Provider Studio</dc:creator>
  <cp:lastModifiedBy>SlideCraft Multi-Provider Studio</cp:lastModifiedBy>
  <cp:revision>1</cp:revision>
  <dcterms:created xsi:type="dcterms:W3CDTF">2026-09-16T12:39:00Z</dcterms:created>
  <dcterms:modified xsi:type="dcterms:W3CDTF">2026-09-16T12:39:00Z</dcterms:modified>
</cp:coreProperties>
</file>