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9202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AEROSPACE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400300"/>
            <a:ext cx="99971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Future of Urban Flight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977640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all-electric eVTOL aircraft compressing metropolitan transit into minutes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Executive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Engineering Pillars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Triple-redundant architecture engineered for FAA Part 135 commercial certification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Electric Propulsion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4418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8738" y="205740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68873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8738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4D Corridor Flight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7317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1637" y="205740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8371637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1637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Acoustic Noise-Canceling Shrouds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Aircraft Performance Envelope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flight envelope benchmarks validated through 1,200+ subscale and full-scale flight hours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240 km/h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Cruise Velocity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12507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2507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vs Highway Gridlock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694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6574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180 km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76574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All-Electric Range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74681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4681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30-min IFR Reserve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5868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8748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45 dBA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438748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Acoustic Flyover Noise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36855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07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6855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dB Below City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18041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0921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 kg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200921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Payload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99028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99028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+ 4 Passengers + Cargo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AVIONICS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Autonomous Fleet Airspace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4D airspace corridor deconfliction with encrypted satellite telemetry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Multi-layered optical and millimeter-wave radar sensor fusion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Starlink &amp; 5G dual-band satellite telemetry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 weather rerouting avoiding wind shear and microbursts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emergency vertiport diversion routing with zero pilot intervention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99.999%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Avionics System Reliability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DO-178C Level A Safety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901952" cy="25603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Urban Vertiport Infrastructure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rooftop and highway interchange landing pads with rapid megawatt charging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0F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25m x 25m elevated rooftop landing footprints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Grid-buffered 450 kW fast chargers with on-site peak shaving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Turnkey automated passenger boarding and biometric screening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multimodal integration with regional light rail and ride-hail networks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Mins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Turnaround Ground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Robotic Swap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792224" cy="25603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 Certification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Rigorous path to commercial passenger service under FAA and EASA oversight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72602" y="2834640"/>
            <a:ext cx="8046491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4002" y="2606040"/>
            <a:ext cx="457200" cy="457200"/>
          </a:xfrm>
          <a:prstGeom prst="ellipse">
            <a:avLst/>
          </a:prstGeom>
          <a:solidFill>
            <a:srgbClr val="0F1A2E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8202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8202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Subscale Flight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8202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1,200 wind-tunnel hours completed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166" y="2606040"/>
            <a:ext cx="457200" cy="457200"/>
          </a:xfrm>
          <a:prstGeom prst="ellipse">
            <a:avLst/>
          </a:prstGeom>
          <a:solidFill>
            <a:srgbClr val="0F1A2E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366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366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Full-Scale Prototype Hover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366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flight tests in desert corridor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8330" y="2606040"/>
            <a:ext cx="457200" cy="457200"/>
          </a:xfrm>
          <a:prstGeom prst="ellipse">
            <a:avLst/>
          </a:prstGeom>
          <a:solidFill>
            <a:srgbClr val="0F1A2E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253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2253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Conformance Aircraft Builds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2530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FAA G-1 and G-2 certification basis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90493" y="2606040"/>
            <a:ext cx="457200" cy="457200"/>
          </a:xfrm>
          <a:prstGeom prst="ellipse">
            <a:avLst/>
          </a:prstGeom>
          <a:solidFill>
            <a:srgbClr val="0F1A2E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4693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04693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 Route 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04693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passenger flights between JFK and Manhattan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645920" y="2194560"/>
            <a:ext cx="88998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Urban aviation will unlock unprecedented economic freedom, turning congested city grids into seamless, quiet, 3D aerial transit networks.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425196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Transforming metropolitan productivity through vertical flight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0876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99971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Capital Allocation &amp; Scaling Horizon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Accelerating serial manufacturing and global vertiport deployment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Thank you for your 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SlideCraft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Aetheria: Next-Gen Autonomous Flight &amp; Urban Air Mobility</dc:title>
  <dc:subject>Architectural blueprint, flight performance, and certification milestones for autonomous eVTOL urban mobility</dc:subject>
  <dc:creator>SlideCraft Executive Studio</dc:creator>
  <cp:lastModifiedBy>SlideCraft Executive Studio</cp:lastModifiedBy>
  <cp:revision>1</cp:revision>
  <dcterms:created xsi:type="dcterms:W3CDTF">2026-09-16T12:39:00Z</dcterms:created>
  <dcterms:modified xsi:type="dcterms:W3CDTF">2026-09-16T12:39:00Z</dcterms:modified>
</cp:coreProperties>
</file>